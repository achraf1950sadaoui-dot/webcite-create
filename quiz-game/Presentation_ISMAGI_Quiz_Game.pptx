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AA0C8"/>
                </a:solidFill>
                <a:latin typeface="Calibri"/>
              </a:rPr>
              <a:t>INSTITUT SUPÉRIEUR DE MANAGEMENT, D'ADMINISTRATION ET DE GÉNIE INFORMATIQUE (ISMAGI)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ECEEF8"/>
                </a:solidFill>
                <a:latin typeface="Calibri"/>
              </a:rP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CEEF8"/>
                </a:solidFill>
                <a:latin typeface="Calibri"/>
              </a:rPr>
              <a:t>ISMAGI </a:t>
            </a:r>
            <a:r>
              <a:rPr sz="5400" b="1" i="0">
                <a:solidFill>
                  <a:srgbClr val="A78BFA"/>
                </a:solidFill>
                <a:latin typeface="Calibri"/>
              </a:rPr>
              <a:t>Quiz Game</a:t>
            </a:r>
          </a:p>
          <a:p>
            <a:pPr algn="ctr"/>
            <a:r>
              <a:rPr sz="2000" b="0" i="1">
                <a:solidFill>
                  <a:srgbClr val="9AA0C8"/>
                </a:solidFill>
                <a:latin typeface="Calibri"/>
              </a:rPr>
              <a:t>Application Web de Quiz Interactif Multilingue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480560"/>
            <a:ext cx="5943600" cy="1554480"/>
          </a:xfrm>
          <a:prstGeom prst="rect">
            <a:avLst/>
          </a:prstGeom>
          <a:solidFill>
            <a:srgbClr val="15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461772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AA0C8"/>
                </a:solidFill>
                <a:latin typeface="Calibri"/>
              </a:rPr>
              <a:t>Réalisé par : </a:t>
            </a:r>
            <a:r>
              <a:rPr sz="1600" b="1" i="0">
                <a:solidFill>
                  <a:srgbClr val="ECEEF8"/>
                </a:solidFill>
                <a:latin typeface="Calibri"/>
              </a:rPr>
              <a:t>Mohamed Amine Sadaoui  &amp;  Haitam Sadouk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9AA0C8"/>
                </a:solidFill>
                <a:latin typeface="Calibri"/>
              </a:rPr>
              <a:t>Encadré par : </a:t>
            </a:r>
            <a:r>
              <a:rPr sz="1600" b="1" i="0">
                <a:solidFill>
                  <a:srgbClr val="ECEEF8"/>
                </a:solidFill>
                <a:latin typeface="Calibri"/>
              </a:rPr>
              <a:t>Professeur Zidane Issam Eddine</a:t>
            </a:r>
          </a:p>
          <a:p>
            <a:pPr algn="ctr">
              <a:spcBef>
                <a:spcPts val="800"/>
              </a:spcBef>
            </a:pPr>
            <a:r>
              <a:rPr sz="1500" b="1" i="0">
                <a:solidFill>
                  <a:srgbClr val="A78BFA"/>
                </a:solidFill>
                <a:latin typeface="Calibri"/>
              </a:rPr>
              <a:t>Filière CP1</a:t>
            </a:r>
            <a:r>
              <a:rPr sz="1500" b="0" i="0">
                <a:solidFill>
                  <a:srgbClr val="9AA0C8"/>
                </a:solidFill>
                <a:latin typeface="Calibri"/>
              </a:rPr>
              <a:t>   ·   Année universitaire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🗂️  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Introduction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Objectifs du projet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Présentation de l'application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Fonctionnalités principales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Technologies utilisées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Architecture du code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Démonstration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📌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Le développement web est aujourd'hui une compétence essentielle en informatique.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Notre projet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concevoir une application web interactive et complète.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Un jeu de quiz éducatif sur notre institut, l'ISMAGI.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Objectif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mettre en pratique nos connaissances en HTML, CSS et JavaScript.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🎯  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Concevoir une application web fonctionnelle (HTML / CSS / JavaScript).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Proposer un quiz interactif et multilingue (Français, Anglais, Arabe).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Mettre en place un système de niveaux avec déverrouillage progressif.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Gérer un score, un minuteur et un système d'étoiles.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Offrir une interface moderne, responsive et agréable.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🎮  Présentation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Un jeu de questions-réponses (QCM) portant sur l'ISMAGI.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Déroulement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choisir la langue → saisir le nom → choisir un niveau → répondre.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3 niveaux de difficulté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Facile, Moyen et Difficile.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3 questions par niveau, avec 4 réponses possibles (A, B, C, D).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Écran de résultat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score, étoiles et message d'encouragement.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✨  Fonctionnalités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Multilingue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3 langues (FR / EN / AR avec écriture de droite à gauche).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Niveaux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Facile, Moyen, Difficile, débloqués progressivement.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Minuteur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10 secondes par question avec anneau de progression.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Score &amp; étoiles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calculés en temps réel.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Effets sonores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générés en direct (Web Audio API).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Sauvegarde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progression conservée grâce au localStorage.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Responsive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adapté au mobile et à l'ordinateur.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🖥️  Les écrans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Écran de choix de la langue.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Écran de connexion (nom d'utilisateur).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Écran des niveaux (avec état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débloqué / verrouillé / terminé).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Écran du quiz (question, réponses, minuteur, score).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Écran de résultat (score, étoiles, navigation).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🛠️  Technologies utilisées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HTML5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structure des différents écrans.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CSS3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couleurs, mise en page, animations, responsive (variables, Flexbox, Grid).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JavaScript (Vanilla)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toute la logique du jeu et l'interactivité.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Web Audio API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génération des effets sonores.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localStorage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sauvegarde du nom et de la progression.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🧩  Architecture du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index.html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la structure (les cinq écrans).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styles.css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le style (couleurs, animations, responsive).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script.js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le comportement (logique du jeu).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Séparation claire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structure / style / comportement → code lisible et maintenable.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⚙️  Quelques points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Multilingue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un objet « T » regroupe toutes les traductions.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Questions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un objet « QUESTIONS » classé par langue et par niveau.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Minuteur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la fonction setInterval décrémente le temps chaque seconde.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Réponses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vérification au clic et mise en évidence (vert / rouge).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Sauvegarde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localStorage pour retrouver sa progression.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ECEEF8"/>
                </a:solidFill>
                <a:latin typeface="Calibri"/>
              </a:rPr>
              <a:t>🎮</a:t>
            </a:r>
          </a:p>
          <a:p>
            <a:pPr algn="ctr"/>
            <a:r>
              <a:rPr sz="4400" b="1" i="0">
                <a:solidFill>
                  <a:srgbClr val="A78BFA"/>
                </a:solidFill>
                <a:latin typeface="Calibri"/>
              </a:rPr>
              <a:t>Démonstration</a:t>
            </a:r>
          </a:p>
          <a:p>
            <a:pPr algn="ctr">
              <a:spcBef>
                <a:spcPts val="1000"/>
              </a:spcBef>
            </a:pPr>
            <a:r>
              <a:rPr sz="1800" b="0" i="1">
                <a:solidFill>
                  <a:srgbClr val="9AA0C8"/>
                </a:solidFill>
                <a:latin typeface="Calibri"/>
              </a:rPr>
              <a:t>Place à une démonstration en direct de l'application.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EF8"/>
                </a:solidFill>
                <a:latin typeface="Calibri"/>
              </a:rPr>
              <a:t>✅ 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Une application web complète, interactive et fonctionnelle.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Mise en pratique concrète de HTML, CSS et JavaScript.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CEEF8"/>
                </a:solidFill>
                <a:latin typeface="Calibri"/>
              </a:rPr>
              <a:t>Travail d'équipe et organisation du projet.</a:t>
            </a:r>
          </a:p>
          <a:p>
            <a:pPr>
              <a:spcAft>
                <a:spcPts val="1300"/>
              </a:spcAft>
            </a:pPr>
            <a:r>
              <a:rPr sz="2000" b="1" i="0">
                <a:solidFill>
                  <a:srgbClr val="A78BFA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CEEF8"/>
                </a:solidFill>
                <a:latin typeface="Calibri"/>
              </a:rPr>
              <a:t>Perspectives : </a:t>
            </a:r>
            <a:r>
              <a:rPr sz="1900" b="0" i="0">
                <a:solidFill>
                  <a:srgbClr val="9AA0C8"/>
                </a:solidFill>
                <a:latin typeface="Calibri"/>
              </a:rPr>
              <a:t>plus de questions, classement des joueurs, base de données, mise en ligne.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C8"/>
                </a:solidFill>
                <a:latin typeface="Calibri"/>
              </a:rPr>
              <a:t>ISMAGI Quiz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0C8"/>
                </a:solidFill>
                <a:latin typeface="Calibri"/>
              </a:rPr>
              <a:t>CP1 · 2025-2026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CEEF8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1400"/>
              </a:spcBef>
            </a:pPr>
            <a:r>
              <a:rPr sz="2400" b="1" i="0">
                <a:solidFill>
                  <a:srgbClr val="A78BFA"/>
                </a:solidFill>
                <a:latin typeface="Calibri"/>
              </a:rPr>
              <a:t>Questions ?</a:t>
            </a:r>
          </a:p>
          <a:p>
            <a:pPr algn="ctr">
              <a:spcBef>
                <a:spcPts val="2600"/>
              </a:spcBef>
            </a:pPr>
            <a:r>
              <a:rPr sz="1700" b="0" i="0">
                <a:solidFill>
                  <a:srgbClr val="9AA0C8"/>
                </a:solidFill>
                <a:latin typeface="Calibri"/>
              </a:rPr>
              <a:t>Mohamed Amine Sadaoui   &amp;   Haitam Sadouk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